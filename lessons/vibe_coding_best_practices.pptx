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 into the 14:00 Repo 1 Build session. Reinforce that everything just practiced (describe, generate, review, refine, debug) is the same loop they will run all afternoon, just pointed at a bigger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6254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13:00 – 14:00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plain English to a working prototype: how to direct an AI coding assistant without losing control of what it builds.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Finance   |   EA Executive MBA   |   Finance Masters + Data Science Masters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session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outcomes this session builds toward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88" y="1871960"/>
            <a:ext cx="389169" cy="3891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6420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vibe coding is, and when it is appropriate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0116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understanding: capabilities and limitations of LLM-assisted development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923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88" y="3060680"/>
            <a:ext cx="389169" cy="3891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529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describe → generate → review → refine workflow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508760" y="3200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skill: translating an investment thesis into functional requirements a model can act 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8795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8" y="4249400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stress-testing AI-generated code before committing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08760" y="43891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skill: collaborating across finance and data science roles on a working prototype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37667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8" y="5438120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230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common AI failure modes early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08760" y="5577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the Knight Capital lens on automation without oversight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vibe coding?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software by how it behaves, not by reading every line of code you did not write yourself.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743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intent in plain language. The model produces the code.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" y="3474720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401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responsible for what ships, even though you did not type it.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4133088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5993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best for prototypes and internal tools, not for the parts of your app where a mistake is expensive.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0080" y="5120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doesn’t write bad code. It writes code you didn’t specify clearly enough to prevent.”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Berman, The Vibe Coding Playbook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second pass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way ahead of trust and governance, industry data from early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now use AI coding tools daily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actually trust the code those tools produce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AI-generated code samples contain a security flaw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3544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vibe coding users are non-developers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Keyhole Software 2026 Vibe Coding Trends report; daily.dev, Vibe Coding Explained (2026), aggregating GitHub Octoverse, Stack Overflow, and Gartner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vibe coding is the right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56911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and single-page apps like Repo 1, 2, and 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and dashboards where the cost of a mistake is low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Non-coders exploring what is technically possible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plan to review, test, and commit incrementally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4213D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569110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572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human hand on the wheel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payments, or anything touching real money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3796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logic and order execution, this is the Knight Capital lesson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37960" y="3703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storing API keys or user data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480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cannot explain back in plain English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workflow: describe → generate → review → refine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intent in plain language: what should this do, for whom, and what should it never 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26517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0712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93592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93592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produce a first pass. One feature at a time, not the whole app in one prompt.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26517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72784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55664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55664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diff. Run it. Ask the model to explain what changed and why, before you accept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97112" y="26517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34856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17736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/>
          <p:nvPr/>
        </p:nvSpPr>
        <p:spPr>
          <a:xfrm>
            <a:off x="931773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17736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17736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is wrong, or roll back with git if it spiraled. Then repeat with the next feature.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one feature, one prompt, one test, one commit. Momentum without chaos.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2852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hands-on ladder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at Level 0, no coding background assumed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476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86000" y="1892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model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286000" y="222199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editor, no terminal. Ask Claude or ChatGPT a plain-language question and watch it reason.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118104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World, your way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286000" y="3392424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 a tiny script: a greeting, a simple calculation. Confirm you can run it and read the output.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123944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288536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286000" y="4233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trivial utility function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286000" y="4562856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10-line function, generate it, run it, then deliberately break it to practice debugging.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294376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4589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286000" y="54041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something real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2286000" y="573328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this afternoon: wire a small prompt into live data and an LLM call, the pattern behind Repo 1.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·  Level 0 to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World, no coding background required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prompt in Claude or ChatGPT, no IDE needed: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a tiny script that asks for a stock ticker and prints a friendly one-line message back. Explain each line like I have never coded before.”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notice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before you ask it to. That is a sign of a well-scoped prompt.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it. Confirm the output matches what you actually asked for, not just that it ran.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explanation does not make sense to you, that is worth a follow-up question now, not later.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Non-coders: this is the whole exercise for now. Everyone else, continue to Exercise 2.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 ·  Level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a 10-line function, then generate it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functional requirement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prompting, write one sentence: what the function takes in, what it returns, and one edge case it must handle.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function that takes a list of daily closing prices and returns the simple moving average, and handles an empty list without crashing.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generate, run, and read 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331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one-sentence spec as the prompt.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function on a real example before trusting it.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“Explain this line by line as if I am reviewing it.”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4389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edge case you named is actually handled.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 ·  Stress-test what you built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purpose, then debug it out loud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syllabus's core debugging habit: separate acting from reasoning.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1EEE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mode, for doing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an edge case where the list is empty.”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“Fix this so it does not crash.”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1031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5EAD9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mode, for thinking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29260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why this fails like I am a junior developer.”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assumption changed between the working and broken version?”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time. If the model keeps producing similar broken output, roll back with git and re-approach rather than stacking more fixes on top.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failure modes to recognize early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29184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Rewrites the whole 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it to preserve structure and edit only what you named.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Hallucinated API or library method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it at real docs. Ask it to confirm the method exists before using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pass, behavior is still wrong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whether the test matches real user behavior, not just whether it is green.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scope creep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feature, one prompt. If it did more than you asked, say so before accepting.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survival guide (20+ patterns): see the Appendix of the Vibe Coding Playbook in the course materials repo.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more in finance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AI-generated code samples in a Q1 2026 review contained a security flaw traceable to the model, not the developer.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10789920" cy="1828800"/>
          </a:xfrm>
          <a:prstGeom prst="roundRect">
            <a:avLst>
              <a:gd name="adj" fmla="val 4000"/>
            </a:avLst>
          </a:prstGeom>
          <a:solidFill>
            <a:srgbClr val="1C2B5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Knight Capital, 2012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untested code deployment to live trading systems lost the firm roughly $440 million in 45 minutes. No AI was involved, but the failure mode is the same one vibe coding can reintroduce: shipping automated logic that nobody fully reviewed under real conditions.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“Audit this for OWASP Top 10 issues and tell me where each one appears.”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“Are there hardcoded keys or secrets anywhere in this file?”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577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happens if this endpoint receives malformed input?”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064240" cy="53949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14400" y="960120"/>
            <a:ext cx="594360" cy="594360"/>
          </a:xfrm>
          <a:prstGeom prst="ellipse">
            <a:avLst/>
          </a:prstGeom>
          <a:solidFill>
            <a:srgbClr val="F5EA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103144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 for the teaching team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916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decided yet, flagging for discussion before Day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this prompting lesson end and the Repo 1 application build begin?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88920" y="28803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session pure prompting and debugging habits. Save all ticker forms, API calls, and chart code for the 14:00 Repo 1 Build session.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88920" y="3840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a light version of the Repo 1 building blocks in here, so the trivial function exercise already resembles a piece of the app they build this afternoon.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88920" y="48006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difference: Exercise 2's function is intentionally one small piece of Repo 1 (for example, the moving-average calculation), reused directly this afternoon.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these rules into this afternoon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85800" y="162763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intent in one clear sentence before you prompt.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85800" y="2231136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1579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feature, one prompt, one test, one commit.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7614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diff. Ask the model to explain what changed.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85800" y="3438144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364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with git rather than stacking fixes on a broken state.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85800" y="4041648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9684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security and payments logic as a place AI assists, but does not decide alone.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4008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Repo 1 Build, a single-page app with live data, trading signals, and an LLM research note.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Best Practices</dc:title>
  <dc:subject>PptxGenJS Presentation</dc:subject>
  <dc:creator>Ted Kwartler</dc:creator>
  <cp:lastModifiedBy>Ted Kwartler</cp:lastModifiedBy>
  <cp:revision>1</cp:revision>
  <dcterms:created xsi:type="dcterms:W3CDTF">2026-07-06T13:06:46Z</dcterms:created>
  <dcterms:modified xsi:type="dcterms:W3CDTF">2026-07-06T13:06:46Z</dcterms:modified>
</cp:coreProperties>
</file>