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4" d="100"/>
          <a:sy n="124" d="100"/>
        </p:scale>
        <p:origin x="54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451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line into the 14:00 Repo 1 Build session. Reinforce that everything just practiced (describe, generate, review, refine, debug) is the same loop they will run all afternoon, just pointed at a bigger target.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188720"/>
            <a:ext cx="3840480" cy="3840480"/>
          </a:xfrm>
          <a:prstGeom prst="ellipse">
            <a:avLst/>
          </a:prstGeom>
          <a:solidFill>
            <a:srgbClr val="9A6B2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937760"/>
            <a:ext cx="3291840" cy="3291840"/>
          </a:xfrm>
          <a:prstGeom prst="ellipse">
            <a:avLst/>
          </a:prstGeom>
          <a:solidFill>
            <a:srgbClr val="9A6B2C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548640"/>
            <a:ext cx="640080" cy="640080"/>
          </a:xfrm>
          <a:prstGeom prst="ellipse">
            <a:avLst/>
          </a:prstGeom>
          <a:solidFill>
            <a:srgbClr val="9A6B2C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890" y="625450"/>
            <a:ext cx="486461" cy="4864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3258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A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·  13:00 – 14:00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4360" y="1737360"/>
            <a:ext cx="8686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Vibe Coding</a:t>
            </a:r>
            <a:endParaRPr lang="en-US" sz="4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Practices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640080" y="397764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plain English to a working prototype: how to direct an AI coding assistant without losing control of what it builds.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0080" y="6126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in Finance   |   EA Executive MBA   |   Finance Masters + Data Science Masters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session fits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learning outcomes this session builds toward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10512"/>
            <a:ext cx="512064" cy="512064"/>
          </a:xfrm>
          <a:prstGeom prst="ellipse">
            <a:avLst/>
          </a:prstGeom>
          <a:solidFill>
            <a:srgbClr val="F1EEE3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688" y="1871960"/>
            <a:ext cx="389169" cy="38916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664208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vibe coding is, and when it is appropriate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508760" y="2011680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&amp; understanding: capabilities and limitations of LLM-assisted development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743200"/>
            <a:ext cx="1106424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77240" y="2999232"/>
            <a:ext cx="512064" cy="512064"/>
          </a:xfrm>
          <a:prstGeom prst="ellipse">
            <a:avLst/>
          </a:prstGeom>
          <a:solidFill>
            <a:srgbClr val="F1EEE3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688" y="3060680"/>
            <a:ext cx="389169" cy="3891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08760" y="2852928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describe → generate → review → refine workflow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1508760" y="3200400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skill: translating an investment thesis into functional requirements a model can act on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931920"/>
            <a:ext cx="1106424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4187952"/>
            <a:ext cx="512064" cy="512064"/>
          </a:xfrm>
          <a:prstGeom prst="ellipse">
            <a:avLst/>
          </a:prstGeom>
          <a:solidFill>
            <a:srgbClr val="F1EEE3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688" y="4249400"/>
            <a:ext cx="389169" cy="38916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4041648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and stress-testing AI-generated code before committing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1508760" y="4389120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skill: collaborating across finance and data science roles on a working prototype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5120640"/>
            <a:ext cx="1106424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5376672"/>
            <a:ext cx="512064" cy="512064"/>
          </a:xfrm>
          <a:prstGeom prst="ellipse">
            <a:avLst/>
          </a:prstGeom>
          <a:solidFill>
            <a:srgbClr val="F1EEE3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688" y="5438120"/>
            <a:ext cx="389169" cy="38916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08760" y="5230368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Recognizing common AI failure modes early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1508760" y="5577840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AI: the Knight Capital lens on automation without oversight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94360" cy="594360"/>
          </a:xfrm>
          <a:prstGeom prst="ellipse">
            <a:avLst/>
          </a:prstGeom>
          <a:solidFill>
            <a:srgbClr val="9A6B2C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" y="57424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548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vibe coding?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40080" y="141732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 software by how it behaves, not by reading every line of code you did not write yourself.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85800" y="2816352"/>
            <a:ext cx="128016" cy="128016"/>
          </a:xfrm>
          <a:prstGeom prst="ellipse">
            <a:avLst/>
          </a:prstGeom>
          <a:solidFill>
            <a:srgbClr val="9A6B2C"/>
          </a:solidFill>
          <a:ln/>
        </p:spPr>
      </p:sp>
      <p:sp>
        <p:nvSpPr>
          <p:cNvPr id="7" name="Text 4"/>
          <p:cNvSpPr/>
          <p:nvPr/>
        </p:nvSpPr>
        <p:spPr>
          <a:xfrm>
            <a:off x="1005840" y="274320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describe intent in plain language. The model produces the code.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685800" y="3474720"/>
            <a:ext cx="128016" cy="128016"/>
          </a:xfrm>
          <a:prstGeom prst="ellipse">
            <a:avLst/>
          </a:prstGeom>
          <a:solidFill>
            <a:srgbClr val="9A6B2C"/>
          </a:solidFill>
          <a:ln/>
        </p:spPr>
      </p:sp>
      <p:sp>
        <p:nvSpPr>
          <p:cNvPr id="9" name="Text 6"/>
          <p:cNvSpPr/>
          <p:nvPr/>
        </p:nvSpPr>
        <p:spPr>
          <a:xfrm>
            <a:off x="1005840" y="3401568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stay responsible for what ships, even though you did not type it.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685800" y="4133088"/>
            <a:ext cx="128016" cy="128016"/>
          </a:xfrm>
          <a:prstGeom prst="ellipse">
            <a:avLst/>
          </a:prstGeom>
          <a:solidFill>
            <a:srgbClr val="9A6B2C"/>
          </a:solidFill>
          <a:ln/>
        </p:spPr>
      </p:sp>
      <p:sp>
        <p:nvSpPr>
          <p:cNvPr id="11" name="Text 8"/>
          <p:cNvSpPr/>
          <p:nvPr/>
        </p:nvSpPr>
        <p:spPr>
          <a:xfrm>
            <a:off x="1005840" y="4059936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works best for prototypes and internal tools, not for the parts of your app where a mistake is expensive.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640080" y="51206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“AI doesn’t write bad code. It writes code you didn’t specify clearly enough to prevent.”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40080" y="5806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Matthew Berman, The Vibe Coding Playbook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3">
            <a:extLst>
              <a:ext uri="{FF2B5EF4-FFF2-40B4-BE49-F238E27FC236}">
                <a16:creationId xmlns:a16="http://schemas.microsoft.com/office/drawing/2014/main" id="{13C285A3-9D51-BABD-2230-D7D33C73BC76}"/>
              </a:ext>
            </a:extLst>
          </p:cNvPr>
          <p:cNvSpPr/>
          <p:nvPr/>
        </p:nvSpPr>
        <p:spPr>
          <a:xfrm>
            <a:off x="636741" y="5349240"/>
            <a:ext cx="11064240" cy="457200"/>
          </a:xfrm>
          <a:prstGeom prst="roundRect">
            <a:avLst>
              <a:gd name="adj" fmla="val 5000"/>
            </a:avLst>
          </a:prstGeom>
          <a:solidFill>
            <a:srgbClr val="14213D"/>
          </a:solidFill>
          <a:ln/>
        </p:spPr>
      </p:sp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second pass matters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is way ahead of trust and governance, industry data from early 2026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78308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92%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78892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developers now use AI coding tools daily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83280" y="160020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83280" y="178308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29%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566160" y="278892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they actually trust the code those tools produce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60020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178308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45%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400800" y="278892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AI-generated code samples contain a security flaw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052560" y="160020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52560" y="178308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63%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9235440" y="278892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new vibe coding users are non-developers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6172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Keyhole Software 2026 Vibe Coding Trends report; daily.dev, Vibe Coding Explained (2026), aggregating GitHub Octoverse, Stack Overflow, and Gartner data.</a:t>
            </a:r>
            <a:endParaRPr lang="en-US" sz="1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BC06887-E526-DD75-AEDC-4527B3173260}"/>
              </a:ext>
            </a:extLst>
          </p:cNvPr>
          <p:cNvSpPr txBox="1"/>
          <p:nvPr/>
        </p:nvSpPr>
        <p:spPr>
          <a:xfrm>
            <a:off x="1982142" y="5393174"/>
            <a:ext cx="8373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Vibe coding decouples execution from expertise.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vibe coding is the right call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39496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508760"/>
            <a:ext cx="502920" cy="502920"/>
          </a:xfrm>
          <a:prstGeom prst="ellipse">
            <a:avLst/>
          </a:prstGeom>
          <a:solidFill>
            <a:srgbClr val="F1EEE3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030" y="1569110"/>
            <a:ext cx="382219" cy="3822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57276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Good fit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68680" y="214884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Prototypes and single-page apps like Repo 1, 2, and 3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68680" y="292608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tools and dashboards where the cost of a mistake is low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68680" y="370332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Non-coders exploring what is technically possible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68680" y="448056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you plan to review, test, and commit incrementally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217920" y="1234440"/>
            <a:ext cx="5394960" cy="4846320"/>
          </a:xfrm>
          <a:prstGeom prst="roundRect">
            <a:avLst>
              <a:gd name="adj" fmla="val 1509"/>
            </a:avLst>
          </a:prstGeom>
          <a:solidFill>
            <a:srgbClr val="14213D"/>
          </a:solidFill>
          <a:ln/>
        </p:spPr>
      </p:sp>
      <p:sp>
        <p:nvSpPr>
          <p:cNvPr id="12" name="Shape 9"/>
          <p:cNvSpPr/>
          <p:nvPr/>
        </p:nvSpPr>
        <p:spPr>
          <a:xfrm>
            <a:off x="6537960" y="1508760"/>
            <a:ext cx="502920" cy="502920"/>
          </a:xfrm>
          <a:prstGeom prst="ellipse">
            <a:avLst/>
          </a:prstGeom>
          <a:solidFill>
            <a:srgbClr val="9A6B2C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8310" y="1569110"/>
            <a:ext cx="382219" cy="38221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78040" y="157276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Needs a human hand on the wheel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537960" y="214884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Authentication, payments, or anything touching real money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6537960" y="292608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logic and order execution, this is the Knight Capital lesson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6537960" y="370332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storing API keys or user data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6537960" y="448056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you cannot explain back in plain English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workflow: describe → generate → review → refine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645920"/>
            <a:ext cx="502920" cy="502920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33172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Describe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2788920"/>
            <a:ext cx="2240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intent in plain language: what should this do, for whom, and what should it never do?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172968" y="2651760"/>
            <a:ext cx="2377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A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410712" y="141732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93592" y="1645920"/>
            <a:ext cx="502920" cy="502920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11" name="Text 9"/>
          <p:cNvSpPr/>
          <p:nvPr/>
        </p:nvSpPr>
        <p:spPr>
          <a:xfrm>
            <a:off x="3593592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593592" y="233172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593592" y="2788920"/>
            <a:ext cx="2240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 model produce a first pass. One feature at a time, not the whole app in one prompt.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035040" y="2651760"/>
            <a:ext cx="2377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A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272784" y="141732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55664" y="1645920"/>
            <a:ext cx="502920" cy="502920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17" name="Text 15"/>
          <p:cNvSpPr/>
          <p:nvPr/>
        </p:nvSpPr>
        <p:spPr>
          <a:xfrm>
            <a:off x="6455664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55664" y="233172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455664" y="2788920"/>
            <a:ext cx="2240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diff. Run it. Ask the model to explain what changed and why, before you accept it.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897112" y="2651760"/>
            <a:ext cx="2377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A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9134856" y="141732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317736" y="1645920"/>
            <a:ext cx="502920" cy="502920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23" name="Text 21"/>
          <p:cNvSpPr/>
          <p:nvPr/>
        </p:nvSpPr>
        <p:spPr>
          <a:xfrm>
            <a:off x="9317736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317736" y="233172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Refine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317736" y="2788920"/>
            <a:ext cx="2240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what is wrong, or roll back with git if it spiraled. Then repeat with the next feature.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48640" y="5257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one feature, one prompt, one test, one commit. Momentum without chaos.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94360" cy="594360"/>
          </a:xfrm>
          <a:prstGeom prst="ellipse">
            <a:avLst/>
          </a:prstGeom>
          <a:solidFill>
            <a:srgbClr val="9A6B2C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" y="52852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hands-on ladder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40080" y="1234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starts at Level 0, no coding background assumed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881360" cy="1005840"/>
          </a:xfrm>
          <a:prstGeom prst="roundRect">
            <a:avLst>
              <a:gd name="adj" fmla="val 6364"/>
            </a:avLst>
          </a:prstGeom>
          <a:solidFill>
            <a:srgbClr val="1C2B52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1947672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 0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2286000" y="189280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to the model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2286000" y="2221992"/>
            <a:ext cx="9052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editor, no terminal. Ask Claude or ChatGPT a plain-language question and watch it reason.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0080" y="2953512"/>
            <a:ext cx="10881360" cy="1005840"/>
          </a:xfrm>
          <a:prstGeom prst="roundRect">
            <a:avLst>
              <a:gd name="adj" fmla="val 6364"/>
            </a:avLst>
          </a:prstGeom>
          <a:solidFill>
            <a:srgbClr val="1C2B52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3118104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 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2286000" y="30632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 World, your way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2286000" y="3392424"/>
            <a:ext cx="9052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Vibe-code a tiny script: a greeting, a simple calculation. Confirm you can run it and read the output.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40080" y="4123944"/>
            <a:ext cx="10881360" cy="1005840"/>
          </a:xfrm>
          <a:prstGeom prst="roundRect">
            <a:avLst>
              <a:gd name="adj" fmla="val 6364"/>
            </a:avLst>
          </a:prstGeom>
          <a:solidFill>
            <a:srgbClr val="1C2B52"/>
          </a:solidFill>
          <a:ln/>
        </p:spPr>
      </p:sp>
      <p:sp>
        <p:nvSpPr>
          <p:cNvPr id="15" name="Text 12"/>
          <p:cNvSpPr/>
          <p:nvPr/>
        </p:nvSpPr>
        <p:spPr>
          <a:xfrm>
            <a:off x="868680" y="4288536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 2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2286000" y="423367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trivial utility function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2286000" y="4562856"/>
            <a:ext cx="9052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a 10-line function, generate it, run it, then deliberately break it to practice debugging.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40080" y="5294376"/>
            <a:ext cx="10881360" cy="1005840"/>
          </a:xfrm>
          <a:prstGeom prst="roundRect">
            <a:avLst>
              <a:gd name="adj" fmla="val 6364"/>
            </a:avLst>
          </a:prstGeom>
          <a:solidFill>
            <a:srgbClr val="1C2B52"/>
          </a:solidFill>
          <a:ln/>
        </p:spPr>
      </p:sp>
      <p:sp>
        <p:nvSpPr>
          <p:cNvPr id="19" name="Text 16"/>
          <p:cNvSpPr/>
          <p:nvPr/>
        </p:nvSpPr>
        <p:spPr>
          <a:xfrm>
            <a:off x="868680" y="5458968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 3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2286000" y="5404104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it to something real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2286000" y="5733288"/>
            <a:ext cx="9052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of this afternoon: wire a small prompt into live data and an LLM call, the pattern behind Repo 1.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0" cy="548640"/>
          </a:xfrm>
          <a:prstGeom prst="ellipse">
            <a:avLst/>
          </a:prstGeom>
          <a:solidFill>
            <a:srgbClr val="F1EEE3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77" y="523037"/>
            <a:ext cx="416966" cy="41696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502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9A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1  ·  Level 0 to 1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280160" y="8686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Hello World, no coding background required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14213D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182880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F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this prompt in Claude or ChatGPT, no IDE needed: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22960" y="2148840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“Write a tiny script that asks for a stock ticker and prints a friendly one-line message back. Explain each line like I have never coded before.”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548640" y="3429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notice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48640" y="3886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explains before you ask it to. That is a sign of a well-scoped prompt.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48640" y="43891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it. Confirm the output matches what you actually asked for, not just that it ran.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548640" y="4892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explanation does not make sense to you, that is worth a follow-up question now, not later.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548640" y="59893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A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Non-coders: this is the whole exercise for now. Everyone else, continue to Exercise 2.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0" cy="548640"/>
          </a:xfrm>
          <a:prstGeom prst="ellipse">
            <a:avLst/>
          </a:prstGeom>
          <a:solidFill>
            <a:srgbClr val="F1EEE3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77" y="523037"/>
            <a:ext cx="416966" cy="41696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502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9A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2  ·  Level 2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280160" y="8686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Describe a 10-line function, then generate it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8745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the functional requirement first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286000"/>
            <a:ext cx="48463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prompting, write one sentence: what the function takes in, what it returns, and one edge case it must handle.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 function that takes a list of daily closing prices and returns the simple moving average, and handles an empty list without crashing.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172200" y="1691640"/>
            <a:ext cx="5440680" cy="4114800"/>
          </a:xfrm>
          <a:prstGeom prst="roundRect">
            <a:avLst>
              <a:gd name="adj" fmla="val 1778"/>
            </a:avLst>
          </a:prstGeom>
          <a:solidFill>
            <a:srgbClr val="14213D"/>
          </a:solidFill>
          <a:ln/>
        </p:spPr>
      </p:sp>
      <p:sp>
        <p:nvSpPr>
          <p:cNvPr id="10" name="Text 7"/>
          <p:cNvSpPr/>
          <p:nvPr/>
        </p:nvSpPr>
        <p:spPr>
          <a:xfrm>
            <a:off x="6446520" y="18745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Then generate, run, and read it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446520" y="233172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your one-sentence spec as the prompt.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446520" y="301752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function on a real example before trusting it.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446520" y="370332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“Explain this line by line as if I am reviewing it.”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46520" y="438912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edge case you named is actually handled.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0" cy="548640"/>
          </a:xfrm>
          <a:prstGeom prst="ellipse">
            <a:avLst/>
          </a:prstGeom>
          <a:solidFill>
            <a:srgbClr val="F1EEE3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77" y="523037"/>
            <a:ext cx="416966" cy="41696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9A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3  ·  Stress-test what you built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280160" y="8686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 it on purpose, then debug it out loud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syllabus's core debugging habit: separate acting from reasoning.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103120"/>
            <a:ext cx="544068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68680" y="237744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F1EEE3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237744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mode, for doing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68680" y="2926080"/>
            <a:ext cx="4800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3A3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“Add an edge case where the list is empty.”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3A3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“Fix this so it does not crash.”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217920" y="2103120"/>
            <a:ext cx="544068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37960" y="237744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F5EAD9"/>
          </a:solidFill>
          <a:ln/>
        </p:spPr>
      </p:sp>
      <p:sp>
        <p:nvSpPr>
          <p:cNvPr id="13" name="Text 10"/>
          <p:cNvSpPr/>
          <p:nvPr/>
        </p:nvSpPr>
        <p:spPr>
          <a:xfrm>
            <a:off x="6537960" y="237744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A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mode, for thinking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537960" y="2926080"/>
            <a:ext cx="4800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3A3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“Explain why this fails like I am a junior developer.”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3A3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“What assumption changed between the working and broken version?”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48640" y="5486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one thing at a time. If the model keeps producing similar broken output, roll back with git and re-approach rather than stacking more fixes on top.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failure modes to recognize early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3291840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3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Rewrites the whole file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A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 it to preserve structure and edit only what you named.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Hallucinated API or library method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A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 it at real docs. Ask it to confirm the method exists before using it.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 pass, behavior is still wrong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A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 whether the test matches real user behavior, not just whether it is green.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Silent scope creep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A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feature, one prompt. If it did more than you asked, say so before accepting.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4709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A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survival guide (20+ patterns): see the Appendix of the Vibe Coding Playbook in the course materials repo.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94360" cy="594360"/>
          </a:xfrm>
          <a:prstGeom prst="ellipse">
            <a:avLst/>
          </a:prstGeom>
          <a:solidFill>
            <a:srgbClr val="9A6B2C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" y="57424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5486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 more in finance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640080" y="137160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 of AI-generated code samples in a Q1 2026 review contained a security flaw traceable to the model, not the developer.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640080" y="2331720"/>
            <a:ext cx="10789920" cy="1828800"/>
          </a:xfrm>
          <a:prstGeom prst="roundRect">
            <a:avLst>
              <a:gd name="adj" fmla="val 4000"/>
            </a:avLst>
          </a:prstGeom>
          <a:solidFill>
            <a:srgbClr val="1C2B52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2514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Knight Capital, 2012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2880360"/>
            <a:ext cx="10241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untested code deployment to live trading systems lost the firm roughly $440 million in 45 minutes. No AI was involved, but the failure mode is the same one vibe coding can reintroduce: shipping automated logic that nobody fully reviewed under real conditions.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457200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“Audit this for OWASP Top 10 issues and tell me where each one appears.”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0080" y="507492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“Are there hardcoded keys or secrets anywhere in this file?”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0080" y="557784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“What happens if this endpoint receives malformed input?”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11064240" cy="5394960"/>
          </a:xfrm>
          <a:prstGeom prst="roundRect">
            <a:avLst>
              <a:gd name="adj" fmla="val 1695"/>
            </a:avLst>
          </a:prstGeom>
          <a:solidFill>
            <a:srgbClr val="FFFFFF"/>
          </a:solidFill>
          <a:ln w="19050">
            <a:solidFill>
              <a:srgbClr val="9A6B2C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914400" y="960120"/>
            <a:ext cx="594360" cy="594360"/>
          </a:xfrm>
          <a:prstGeom prst="ellipse">
            <a:avLst/>
          </a:prstGeom>
          <a:solidFill>
            <a:srgbClr val="F5EAD9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" y="1031443"/>
            <a:ext cx="451714" cy="45171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91640" y="10058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question for the teaching team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691640" y="148132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A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decided yet, flagging for discussion before Day 1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14400" y="219456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does this prompting lesson end and the Repo 1 application build begin?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14400" y="2880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A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788920" y="2880360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this session pure prompting and debugging habits. Save all ticker forms, API calls, and chart code for the 14:00 Repo 1 Build session.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14400" y="3840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A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2788920" y="3840480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a light version of the Repo 1 building blocks in here, so the trivial function exercise already resembles a piece of the app they build this afternoon.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14400" y="4800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A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C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2788920" y="4800600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the difference: Exercise 2's function is intentionally one small piece of Repo 1 (for example, the moving-average calculation), reused directly this afternoon.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94360" cy="594360"/>
          </a:xfrm>
          <a:prstGeom prst="ellipse">
            <a:avLst/>
          </a:prstGeom>
          <a:solidFill>
            <a:srgbClr val="9A6B2C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" y="57424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5486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Carry these rules into this afternoon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685800" y="1627632"/>
            <a:ext cx="128016" cy="128016"/>
          </a:xfrm>
          <a:prstGeom prst="ellipse">
            <a:avLst/>
          </a:prstGeom>
          <a:solidFill>
            <a:srgbClr val="9A6B2C"/>
          </a:solidFill>
          <a:ln/>
        </p:spPr>
      </p:sp>
      <p:sp>
        <p:nvSpPr>
          <p:cNvPr id="6" name="Text 3"/>
          <p:cNvSpPr/>
          <p:nvPr/>
        </p:nvSpPr>
        <p:spPr>
          <a:xfrm>
            <a:off x="1005840" y="1554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intent in one clear sentence before you prompt.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685800" y="2231136"/>
            <a:ext cx="128016" cy="128016"/>
          </a:xfrm>
          <a:prstGeom prst="ellipse">
            <a:avLst/>
          </a:prstGeom>
          <a:solidFill>
            <a:srgbClr val="9A6B2C"/>
          </a:solidFill>
          <a:ln/>
        </p:spPr>
      </p:sp>
      <p:sp>
        <p:nvSpPr>
          <p:cNvPr id="8" name="Text 5"/>
          <p:cNvSpPr/>
          <p:nvPr/>
        </p:nvSpPr>
        <p:spPr>
          <a:xfrm>
            <a:off x="1005840" y="2157984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feature, one prompt, one test, one commit.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685800" y="2834640"/>
            <a:ext cx="128016" cy="128016"/>
          </a:xfrm>
          <a:prstGeom prst="ellipse">
            <a:avLst/>
          </a:prstGeom>
          <a:solidFill>
            <a:srgbClr val="9A6B2C"/>
          </a:solidFill>
          <a:ln/>
        </p:spPr>
      </p:sp>
      <p:sp>
        <p:nvSpPr>
          <p:cNvPr id="10" name="Text 7"/>
          <p:cNvSpPr/>
          <p:nvPr/>
        </p:nvSpPr>
        <p:spPr>
          <a:xfrm>
            <a:off x="1005840" y="276148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diff. Ask the model to explain what changed.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685800" y="3438144"/>
            <a:ext cx="128016" cy="128016"/>
          </a:xfrm>
          <a:prstGeom prst="ellipse">
            <a:avLst/>
          </a:prstGeom>
          <a:solidFill>
            <a:srgbClr val="9A6B2C"/>
          </a:solidFill>
          <a:ln/>
        </p:spPr>
      </p:sp>
      <p:sp>
        <p:nvSpPr>
          <p:cNvPr id="12" name="Text 9"/>
          <p:cNvSpPr/>
          <p:nvPr/>
        </p:nvSpPr>
        <p:spPr>
          <a:xfrm>
            <a:off x="1005840" y="3364992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back with git rather than stacking fixes on a broken state.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685800" y="4041648"/>
            <a:ext cx="128016" cy="128016"/>
          </a:xfrm>
          <a:prstGeom prst="ellipse">
            <a:avLst/>
          </a:prstGeom>
          <a:solidFill>
            <a:srgbClr val="9A6B2C"/>
          </a:solidFill>
          <a:ln/>
        </p:spPr>
      </p:sp>
      <p:sp>
        <p:nvSpPr>
          <p:cNvPr id="14" name="Text 11"/>
          <p:cNvSpPr/>
          <p:nvPr/>
        </p:nvSpPr>
        <p:spPr>
          <a:xfrm>
            <a:off x="1005840" y="3968496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security and payments logic as a place AI assists, but does not decide alone.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640080" y="51206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A6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Next: Repo 1 Build, a single-page app with live data, trading signals, and an LLM research note.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1551</Words>
  <Application>Microsoft Macintosh PowerPoint</Application>
  <PresentationFormat>Widescreen</PresentationFormat>
  <Paragraphs>154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Vibe Coding Best Practices</dc:title>
  <dc:subject>PptxGenJS Presentation</dc:subject>
  <dc:creator>Ted Kwartler</dc:creator>
  <cp:lastModifiedBy>Ted Kwartler</cp:lastModifiedBy>
  <cp:revision>2</cp:revision>
  <dcterms:created xsi:type="dcterms:W3CDTF">2026-07-06T13:06:46Z</dcterms:created>
  <dcterms:modified xsi:type="dcterms:W3CDTF">2026-07-16T17:27:57Z</dcterms:modified>
</cp:coreProperties>
</file>