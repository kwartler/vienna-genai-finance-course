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9:00 Technical Indicators in R session once every student confirms their checklist and repository fork.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6254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Orientation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toolchains, one course. Let's confirm everything works before the real content starts.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Finance   |   EA Executive MBA   |   Finance Masters + Data Science Masters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this hour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533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word on how this course runs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toolchains: R and RStudio, then Node and GitHub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 and RStudio actually are, for anyone new to them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8503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account and tool from the pre module checklist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6227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starter repository and get oriented in OpenRouter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2395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anything that is not working yet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course runs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85800" y="144475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over cleverness, in feedback and in group work.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8483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011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participation. This is a build course, not a lecture course.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72491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651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AI assistants throughout, including for code, writing, and studying. No citation needed for standard working 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336499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291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rigor, alongside a genuinely fun two days.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1C2B5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0965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course does not expect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434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math skills, or prior coding experience. This is not a math course, and you do not need to be a developer to finish it. Both R and your AI assistant do the heavy lifting.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5257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Masters and Data Science Masters are here together on purpose. You will lean on each other's strengths all week.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toolchains, one course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solve different problems this week. Neither replaces the other.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519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and 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morning's tool. Statistical computing, used to calculate and chart moving averages, MACD, and RSI directly against real price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your machine. No deployment, no public URL, just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14213D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17519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and GitHub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afternoon's tool. Builds the actual single page application you will demo, using Vite, vibe coding, and OpenRouter for the AI calls.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today. Tomorrow's GitHub Actions session publishes it to a public URL.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and environment built specifically for statistical computing and graphics. One of the most widely used statistical tools in the world, in academia and increasingly in industry.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source, extensible with more than 20,000 packages.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statisticians, for statistical and financial analysis.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graphing capabilities, which is why we use it for this morning's charts.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1879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get stuck on R syntax today, just ask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assistants, including Claude, already know R well. Describe what you are trying to do in plain language and ask for the R code, the same habit from this course's vibe coding sessions.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RStudio?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is an IDE, an integrated development environment, built specifically for R. It sits on top of your R installation and adds a friendlier interface plus extra functionality: project management, plotting, and git integration.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194560" y="246888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1EEE3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0" y="246888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RStudio: nicer interface, faster workflow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top of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94560" y="379476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2468880" y="37947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R: the statistical engine underneath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base R installed, RStudio cannot run anything. You need both, and both should already be on your machine from the pre module checklist.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RStudio's four panes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way on Windows, Mac, and Linux.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write and edit code, then send it to the console to run.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71907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code actually executes, and where results and errors print.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9359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list of every object currently loaded, such as fetched price data.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59359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Files, plots, packages, help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069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files, load packages, view charts, and search documentation.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R, honestly: what it is good at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1C2B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Extensible, with over 20,000 packages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statisticians, for statistics and finance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graphing capability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active community for help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1C2B5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truly large data without extra effort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 can be terse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lower level languages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grade apps take real effort to build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scope of what we build this week, moving averages, MACD, RSI, R's limitations do not get in the way.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40480" y="1691640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840480" y="2606040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840480" y="3520440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getSymbols() or read.csv() brings the data into memory as an object.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" y="45445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544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434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840480" y="4434840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9808" y="54589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458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349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3840480" y="5349240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Checklist: confirm your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pre module setup. Work through this now, before we move 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184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Desktop and R 4.x installed and opening without error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128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(LTS) installed: check by running node -v in a terminal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072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installed, and a GitHub account created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401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API key from newsapi.org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995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API key from financialmodelingprep.com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Gemini API key from Google AI Studio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something? Raise your hand now. This is exactly what this hour is for.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the starter repository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417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class repository on GitHub, shared by your instructor.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2240280"/>
            <a:ext cx="365760" cy="36576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194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it into your own GitHub account, or clone it locally if you prefer working from RStudio or your terminal.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9718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 can see the lessons folder and this morning's R scripts.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85800" y="3794760"/>
            <a:ext cx="365760" cy="36576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3749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separate from the SPA template you will use this afternoon. That one comes later today.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orientation to OpenRouter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is a single API that can reach many different AI models. Instead of separate accounts for every model provider, one key and one endpoint reaches whichever model you name in the request.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5420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class key, for today only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63040" y="2880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instructor will share a temporary OpenRouter key for in class use this week. Use it with claude-sonnet-4-6 or gemini-2.0-flash as the model. For pre module and independent work outside class, use your own personal Gemini key instead.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afternoon's Repo 1 Build is the first time you will actually call this API from your own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is not working yet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normal. This is what the rest of this hour is for.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actual error message before asking for help. It usually says exactly what is wrong.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AI assistant to explain the error in plain language, the same habit you will use all week.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08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hand. A teaching assistant or your instructor will come to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862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tool truly will not install in time, pair with a neighbor for today. We will not let a setup issue stop your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1C2B5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630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8:00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68880" y="1463040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and orientation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30428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1C2B5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30428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9:00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468880" y="2304288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in R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3145536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1C2B5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45536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468880" y="3145536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and system prompt best practices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3986784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1C2B5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986784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13:00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468880" y="3986784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best practices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482803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1C2B52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828032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14:00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468880" y="4828032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1 build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008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from this hour, R, Node, GitHub, your API keys, gets used again before lunch. Good setup now saves real time later.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Setup and Orientation</dc:title>
  <dc:subject>PptxGenJS Presentation</dc:subject>
  <dc:creator>Ted Kwartler</dc:creator>
  <cp:lastModifiedBy>Ted Kwartler</cp:lastModifiedBy>
  <cp:revision>1</cp:revision>
  <dcterms:created xsi:type="dcterms:W3CDTF">2026-07-06T23:14:37Z</dcterms:created>
  <dcterms:modified xsi:type="dcterms:W3CDTF">2026-07-06T23:14:37Z</dcterms:modified>
</cp:coreProperties>
</file>