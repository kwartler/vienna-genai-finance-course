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16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financialmodelingprep.com/developer/docs/dashboard?tab=apiDetail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newsapi.org/account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elvedata.com/register" TargetMode="External"/><Relationship Id="rId5" Type="http://schemas.openxmlformats.org/officeDocument/2006/relationships/hyperlink" Target="https://aistudio.google.com/prompts/new_chat" TargetMode="External"/><Relationship Id="rId10" Type="http://schemas.openxmlformats.org/officeDocument/2006/relationships/hyperlink" Target="https://twelvedata.com/account/api-keys" TargetMode="External"/><Relationship Id="rId4" Type="http://schemas.openxmlformats.org/officeDocument/2006/relationships/hyperlink" Target="https://site.financialmodelingprep.com/" TargetMode="External"/><Relationship Id="rId9" Type="http://schemas.openxmlformats.org/officeDocument/2006/relationships/hyperlink" Target="https://aistudio.google.com/app/api-keys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First Session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sp>
        <p:nvSpPr>
          <p:cNvPr id="47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24A55C1-2E24-4352-B981-F58FD95DA53E}" type="slidenum">
              <a:rPr lang="en-US" sz="1000">
                <a:solidFill>
                  <a:schemeClr val="accent5"/>
                </a:solidFill>
                <a:latin typeface="Arial"/>
              </a:rPr>
              <a:t>2</a:t>
            </a:fld>
            <a:endParaRPr lang="en-US" sz="1000">
              <a:solidFill>
                <a:schemeClr val="accent5"/>
              </a:solidFill>
              <a:latin typeface="Arial"/>
            </a:endParaRPr>
          </a:p>
        </p:txBody>
      </p:sp>
      <p:sp>
        <p:nvSpPr>
          <p:cNvPr id="2" name="Harvard Footer">
            <a:extLst>
              <a:ext uri="{FF2B5EF4-FFF2-40B4-BE49-F238E27FC236}">
                <a16:creationId xmlns:a16="http://schemas.microsoft.com/office/drawing/2014/main" id="{8DCC3CFA-F214-E8A9-CCBC-8ECB9A44BE27}"/>
              </a:ext>
            </a:extLst>
          </p:cNvPr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1E68ECC-CF11-4E9E-AEB0-DD389DAA3567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4898814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06340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40173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8BA016-1274-43DD-8DA4-6F939F53F88E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4A70450-9DF9-4B44-96E1-538D753C9026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EC083F6-8B89-4D79-B234-76884992388A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68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76353CF-665B-425C-9348-71B91CEDE824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421332"/>
            <a:chOff x="-1158925" y="4657070"/>
            <a:chExt cx="1920240" cy="1421332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416504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998404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9A3D1-0F95-4E22-93D8-4AFD146A1DCC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7FE2463-2310-4533-AD9E-7B8786991D33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04EAEC9-7C5D-4A4C-99AB-F217961CC23D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 </a:t>
            </a: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[this is not how you build production software]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365377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Understand where you data is &amp; if it’s appropriate to use.  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65377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3365377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5" name="Text 22"/>
          <p:cNvSpPr/>
          <p:nvPr/>
        </p:nvSpPr>
        <p:spPr>
          <a:xfrm>
            <a:off x="3365376" y="4434840"/>
            <a:ext cx="507758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30" name="Text 27"/>
          <p:cNvSpPr/>
          <p:nvPr/>
        </p:nvSpPr>
        <p:spPr>
          <a:xfrm>
            <a:off x="3365377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44E8A6E-1769-4520-ADF3-B634A162CB52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  Sometimes your data is online, in a database or a file.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419" y="1933549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263544" y="2691581"/>
            <a:ext cx="5389111" cy="1446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Avoid Garbage In::Garbage Out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 I have access?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 I know what the data represents? (variable definitions)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How is the data created?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Does the data change often?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Can I trust the data?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Will I have the data when I need it for future predictions?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D8795B-F306-4449-AAEE-25F2929AB57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0DA4EDD-5CD3-8754-4D2E-39BBA561453E}"/>
              </a:ext>
            </a:extLst>
          </p:cNvPr>
          <p:cNvSpPr/>
          <p:nvPr/>
        </p:nvSpPr>
        <p:spPr>
          <a:xfrm>
            <a:off x="263544" y="3155401"/>
            <a:ext cx="2210862" cy="10102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622101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 can do many things and we will specialize it for financial data and analysis with:</a:t>
            </a:r>
            <a:b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), library(TTR) &amp; library(httr2)</a:t>
            </a:r>
            <a:endParaRPr lang="en-US" sz="125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68EA9-7803-4BD1-B300-2165C4834D84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124370C-DD9A-4040-A573-CA5FA9005060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9006" y="338328"/>
            <a:ext cx="3495675" cy="349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6014585" y="3283593"/>
            <a:ext cx="3131507" cy="1164920"/>
          </a:xfrm>
          <a:prstGeom prst="wedgeRoundRectCallout">
            <a:avLst>
              <a:gd name="adj1" fmla="val -98941"/>
              <a:gd name="adj2" fmla="val -112760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www.csvFile.csv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383308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an accessible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BF6ADB-6B0E-4796-9640-09DDC1143580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Most software can export CSV &amp; the class files are either CSV or obtained from an API i.e. stock data.</a:t>
            </a:r>
            <a:endParaRPr lang="en-US" sz="16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59187E5-6A1D-4D7A-A5FB-277AA0A2EDCC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1098137" y="5893292"/>
            <a:ext cx="8546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C6F552-8562-443A-BDFF-4846ADB9C9B4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014566-FAD0-47AF-B79B-C4F022CE6B42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520552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7AED4C-5A11-49C9-A62E-FF2BBAD67676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255765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58F6CCF-856E-46B9-BD65-094AEB0307C6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302427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D0E34C0-7F40-4D22-AEA9-233DE6B7EB54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ACD557-4154-4362-94A5-FFD1A9D9DDAC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03C3427-B0A2-481C-8649-9ED5AC2310A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EC48409-79C5-4FB4-9CF6-C8881C638E09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peel     (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615485" cy="6992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715280" y="43563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1DEB3C8-5FD8-44A0-8FF5-FFC32D832411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peel(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   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(“Banana.csv”)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240630" y="3755139"/>
            <a:ext cx="2210862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plot(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613590-EE33-4D69-8095-2688BD429FE7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6D71D0-1722-45E2-B1AC-8A21DD7ED49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Section 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C429DE-7FE9-4D66-BAA8-E420AD06176D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4E99C95-046F-436B-A936-02766866082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380152-EDC4-45DB-AEE0-9845BD547251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148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1. Select node “LTS” [long-term-support], mac, &amp; brew.</a:t>
            </a:r>
            <a:br>
              <a:rPr lang="en-US" sz="1600" dirty="0"/>
            </a:br>
            <a:r>
              <a:rPr lang="en-US" sz="1600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DB0A0BA-01C1-416A-A271-8CD6C9255857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F36947-43E9-4AFC-8E5F-4C57F22CCEE5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743CC3D-A312-4F32-9D57-042C91CBC57E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DA625C9-743F-458E-A9C6-7355A5AAA8C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C644BFC-A258-4CA9-B0AC-596950FACF28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B69C79C-6122-488D-8B83-E721C9241E06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We will help figure it out.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Plus much of the work can be done in AI-Studio online.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758E5E8-7BA4-4EBB-A648-6EF899676621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8305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https://twelvedata.com/register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https://twelvedata.com/account/api-keys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scripts; put it into your environment variables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8E8A56-EFE3-484D-AA3E-2B5CD88A9CA2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5404" y="5851683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time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E4718F-469E-4D34-818E-91BC9F6B5FEC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E17CB38-3BD6-3606-5066-7AB444E2B1A3}"/>
              </a:ext>
            </a:extLst>
          </p:cNvPr>
          <p:cNvSpPr/>
          <p:nvPr/>
        </p:nvSpPr>
        <p:spPr>
          <a:xfrm>
            <a:off x="1051560" y="5159125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Twelve Data API Key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35EDB8C-0222-AAB6-8EC3-5F2921DC5024}"/>
              </a:ext>
            </a:extLst>
          </p:cNvPr>
          <p:cNvSpPr/>
          <p:nvPr/>
        </p:nvSpPr>
        <p:spPr>
          <a:xfrm>
            <a:off x="545404" y="522041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2629</TotalTime>
  <Words>3030</Words>
  <Application>Microsoft Macintosh PowerPoint</Application>
  <PresentationFormat>Widescreen</PresentationFormat>
  <Paragraphs>489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36</cp:revision>
  <dcterms:created xsi:type="dcterms:W3CDTF">2026-07-06T23:14:37Z</dcterms:created>
  <dcterms:modified xsi:type="dcterms:W3CDTF">2026-07-30T21:41:58Z</dcterms:modified>
</cp:coreProperties>
</file>