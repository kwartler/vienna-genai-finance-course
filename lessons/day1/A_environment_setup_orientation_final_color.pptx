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37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0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aistudio.google.com/app/api-key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site.financialmodelingprep.com/developer/docs/dashboard?tab=apiDetail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newsapi.org/account" TargetMode="External"/><Relationship Id="rId5" Type="http://schemas.openxmlformats.org/officeDocument/2006/relationships/hyperlink" Target="https://aistudio.google.com/prompts/new_chat" TargetMode="External"/><Relationship Id="rId4" Type="http://schemas.openxmlformats.org/officeDocument/2006/relationships/hyperlink" Target="https://site.financialmodelingprep.com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sp>
        <p:nvSpPr>
          <p:cNvPr id="47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24A55C1-2E24-4352-B981-F58FD95DA53E}" type="slidenum">
              <a:rPr lang="en-US" sz="1000">
                <a:solidFill>
                  <a:schemeClr val="accent5"/>
                </a:solidFill>
                <a:latin typeface="Arial"/>
              </a:rPr>
              <a:t>2</a:t>
            </a:fld>
            <a:endParaRPr lang="en-US" sz="1000">
              <a:solidFill>
                <a:schemeClr val="accent5"/>
              </a:solidFill>
              <a:latin typeface="Arial"/>
            </a:endParaRPr>
          </a:p>
        </p:txBody>
      </p:sp>
      <p:sp>
        <p:nvSpPr>
          <p:cNvPr id="2" name="Harvard Footer">
            <a:extLst>
              <a:ext uri="{FF2B5EF4-FFF2-40B4-BE49-F238E27FC236}">
                <a16:creationId xmlns:a16="http://schemas.microsoft.com/office/drawing/2014/main" id="{8DCC3CFA-F214-E8A9-CCBC-8ECB9A44BE27}"/>
              </a:ext>
            </a:extLst>
          </p:cNvPr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hour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1E68ECC-CF11-4E9E-AEB0-DD389DAA3567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5349750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51434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85267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8BA016-1274-43DD-8DA4-6F939F53F88E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4A70450-9DF9-4B44-96E1-538D753C9026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EC083F6-8B89-4D79-B234-76884992388A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298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351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76353CF-665B-425C-9348-71B91CEDE824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143000"/>
            <a:chOff x="-1158925" y="4657070"/>
            <a:chExt cx="1920240" cy="1143000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138171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885670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9A3D1-0F95-4E22-93D8-4AFD146A1DCC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7FE2463-2310-4533-AD9E-7B8786991D33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04EAEC9-7C5D-4A4C-99AB-F217961CC23D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2977452" y="44348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2977452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44E8A6E-1769-4520-ADF3-B634A162CB52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991" y="1947672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154116" y="2531504"/>
            <a:ext cx="74298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If a "local" file, define the path to the file.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Modern R: skip 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setwd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() - it's fragile (breaks if anyone else runs the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script, or you move the file) and RStudio/Posit no longer recommends it.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Use an RStudio Project + the here package instead, so the path is always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relative to the project root regardless of whose machine runs it.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here::here("ted", "fruit", "basket", "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 WINDOWS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Forward slashes work fine on Windows in R - no escaping needed.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"C:/Documents/ted/fruit/basket/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Or, since R 4.0, a raw string lets you paste a Windows path literally: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r"(C:\Documents\ted\fruit\basket\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)"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 MAC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"~/Desktop/ted/fruit/basket/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From a URL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'https://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raw.githubusercontent.com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kwartler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some_repository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/main/ted/fruit/basket/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D8795B-F306-4449-AAEE-25F2929AB57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), library(TTR), the specialized tools for this task.</a:t>
            </a:r>
            <a:endParaRPr lang="en-US" sz="1250" dirty="0"/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</a:rPr>
              <a:t>library(peel)</a:t>
            </a:r>
          </a:p>
          <a:p>
            <a:r>
              <a:rPr lang="en-US" dirty="0">
                <a:latin typeface="Arial" panose="020B0609020204030204" pitchFamily="49" charset="0"/>
              </a:rPr>
              <a:t>library(</a:t>
            </a:r>
            <a:r>
              <a:rPr lang="en-US" dirty="0" err="1">
                <a:latin typeface="Arial" panose="020B0609020204030204" pitchFamily="49" charset="0"/>
              </a:rPr>
              <a:t>readr</a:t>
            </a:r>
            <a:r>
              <a:rPr lang="en-US" dirty="0">
                <a:latin typeface="Arial" panose="020B0609020204030204" pitchFamily="49" charset="0"/>
              </a:rPr>
              <a:t>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68EA9-7803-4BD1-B300-2165C4834D84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124370C-DD9A-4040-A573-CA5FA9005060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451" y="1185225"/>
            <a:ext cx="4487549" cy="4487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4738235" y="4023101"/>
            <a:ext cx="3131507" cy="1164920"/>
          </a:xfrm>
          <a:prstGeom prst="wedgeRoundRectCallout">
            <a:avLst>
              <a:gd name="adj1" fmla="val -61224"/>
              <a:gd name="adj2" fmla="val -160184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latin typeface="Arial" panose="020B0609020204030204" pitchFamily="49" charset="0"/>
              </a:rPr>
              <a:t>OR</a:t>
            </a:r>
          </a:p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www.csvFile.csv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042037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the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BF6ADB-6B0E-4796-9640-09DDC1143580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Most software can export CSV &amp; the class files are CSV.</a:t>
            </a:r>
            <a:endParaRPr lang="en-US" sz="20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59187E5-6A1D-4D7A-A5FB-277AA0A2EDCC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531776" y="6021119"/>
            <a:ext cx="1068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C6F552-8562-443A-BDFF-4846ADB9C9B4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014566-FAD0-47AF-B79B-C4F022CE6B42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7AED4C-5A11-49C9-A62E-FF2BBAD67676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58F6CCF-856E-46B9-BD65-094AEB0307C6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D0E34C0-7F40-4D22-AEA9-233DE6B7EB54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ACD557-4154-4362-94A5-FFD1A9D9DDAC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03C3427-B0A2-481C-8649-9ED5AC2310A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 )</a:t>
            </a:r>
            <a:endParaRPr lang="en-US" dirty="0"/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EC48409-79C5-4FB4-9CF6-C8881C638E09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F489CB-6380-868D-C589-8C17DABFCF3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 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peel     ( 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2876450" cy="6815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2976245" y="43386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1DEB3C8-5FD8-44A0-8FF5-FFC32D832411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peel(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   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(“Banana.csv”)</a:t>
            </a: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370235" y="375513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plot(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613590-EE33-4D69-8095-2688BD429FE7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6D71D0-1722-45E2-B1AC-8A21DD7ED49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C429DE-7FE9-4D66-BAA8-E420AD06176D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4E99C95-046F-436B-A936-02766866082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380152-EDC4-45DB-AEE0-9845BD547251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326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Select node “LTS” [long-term-support], mac, &amp; brew.</a:t>
            </a:r>
            <a:br>
              <a:rPr lang="en-US" dirty="0"/>
            </a:br>
            <a:r>
              <a:rPr lang="en-US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DB0A0BA-01C1-416A-A271-8CD6C9255857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F36947-43E9-4AFC-8E5F-4C57F22CCEE5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743CC3D-A312-4F32-9D57-042C91CBC57E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DA625C9-743F-458E-A9C6-7355A5AAA8C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C644BFC-A258-4CA9-B0AC-596950FACF28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B69C79C-6122-488D-8B83-E721C9241E06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This is what the rest of this hour is for.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758E5E8-7BA4-4EBB-A648-6EF899676621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50895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8E8A56-EFE3-484D-AA3E-2B5CD88A9CA2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</a:t>
            </a:r>
            <a:r>
              <a:rPr lang="en-US" sz="1300" i="1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this time </a:t>
            </a: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E4718F-469E-4D34-818E-91BC9F6B5FEC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3130</Words>
  <Application>Microsoft Macintosh PowerPoint</Application>
  <PresentationFormat>Widescreen</PresentationFormat>
  <Paragraphs>499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26</cp:revision>
  <dcterms:created xsi:type="dcterms:W3CDTF">2026-07-06T23:14:37Z</dcterms:created>
  <dcterms:modified xsi:type="dcterms:W3CDTF">2026-07-21T03:13:48Z</dcterms:modified>
</cp:coreProperties>
</file>