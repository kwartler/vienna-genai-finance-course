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51C30"/>
                </a:solidFill>
              </a:rPr>
              <a:t>Signal Explainer: Component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Inputs form:  </a:t>
            </a:r>
            <a:r>
              <a:rPr sz="1500">
                <a:solidFill>
                  <a:srgbClr val="1E1E1E"/>
                </a:solidFill>
              </a:rPr>
              <a:t>ticker, MACD fast/slow, RSI period, Twelve Data key, OpenRouter key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Price data:  </a:t>
            </a:r>
            <a:r>
              <a:rPr sz="1500">
                <a:solidFill>
                  <a:srgbClr val="1E1E1E"/>
                </a:solidFill>
              </a:rPr>
              <a:t>Twelve Data daily OHLC (120 bars), fetched directly in-browser via CORS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Indicators in JavaScript:  </a:t>
            </a:r>
            <a:r>
              <a:rPr sz="1500">
                <a:solidFill>
                  <a:srgbClr val="1E1E1E"/>
                </a:solidFill>
              </a:rPr>
              <a:t>EMA, MACD (fast / slow / 9 signal), RSI (14)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Charts (Chart.js):  </a:t>
            </a:r>
            <a:r>
              <a:rPr sz="1500">
                <a:solidFill>
                  <a:srgbClr val="1E1E1E"/>
                </a:solidFill>
              </a:rPr>
              <a:t>candlestick from OHLC, MACD plot, RSI plot with 70 / 30 bands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Linked zoom:  </a:t>
            </a:r>
            <a:r>
              <a:rPr sz="1500">
                <a:solidFill>
                  <a:srgbClr val="1E1E1E"/>
                </a:solidFill>
              </a:rPr>
              <a:t>dual-handle range slider drives all three charts together, plus Reset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Clean re-runs:  </a:t>
            </a:r>
            <a:r>
              <a:rPr sz="1500">
                <a:solidFill>
                  <a:srgbClr val="1E1E1E"/>
                </a:solidFill>
              </a:rPr>
              <a:t>charts, slider, and note all cleared on each Analyze (no frozen state)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AI research note:  </a:t>
            </a:r>
            <a:r>
              <a:rPr sz="1500">
                <a:solidFill>
                  <a:srgbClr val="1E1E1E"/>
                </a:solidFill>
              </a:rPr>
              <a:t>OpenRouter call to Claude Sonnet 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Strict JSON output:  </a:t>
            </a:r>
            <a:r>
              <a:rPr sz="1500">
                <a:solidFill>
                  <a:srgbClr val="1E1E1E"/>
                </a:solidFill>
              </a:rPr>
              <a:t>schema-enforced response, safe to parse and render (see next slide)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Security and deploy:  </a:t>
            </a:r>
            <a:r>
              <a:rPr sz="1500">
                <a:solidFill>
                  <a:srgbClr val="1E1E1E"/>
                </a:solidFill>
              </a:rPr>
              <a:t>keys entered at runtime, never committed; Vite build to GitHub Pages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800884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F12231E9-7B87-41E8-8491-29EFFF9EFF0B}" type="slidenum">
              <a:rPr lang="en-US" sz="1000">
                <a:solidFill>
                  <a:srgbClr val="8996A0"/>
                </a:solidFill>
                <a:latin typeface="Arial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51C30"/>
                </a:solidFill>
              </a:rPr>
              <a:t>Strict 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Goal:  </a:t>
            </a:r>
            <a:r>
              <a:rPr sz="1700">
                <a:solidFill>
                  <a:srgbClr val="1E1E1E"/>
                </a:solidFill>
              </a:rPr>
              <a:t>the model returns parseable JSON every time, with no markdown fences or prose around it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Request:  </a:t>
            </a:r>
            <a:r>
              <a:rPr sz="1700">
                <a:solidFill>
                  <a:srgbClr val="1E1E1E"/>
                </a:solidFill>
              </a:rPr>
              <a:t>response_format = { type: "json_schema", strict: true }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Schema:  </a:t>
            </a:r>
            <a:r>
              <a:rPr sz="1700">
                <a:solidFill>
                  <a:srgbClr val="1E1E1E"/>
                </a:solidFill>
              </a:rPr>
              <a:t>{ explanation, research_note, risks[3] }, additionalProperties: false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Routing:  </a:t>
            </a:r>
            <a:r>
              <a:rPr sz="1700">
                <a:solidFill>
                  <a:srgbClr val="1E1E1E"/>
                </a:solidFill>
              </a:rPr>
              <a:t>provider.require_parameters = true, so OpenRouter only picks endpoints that enforce the schema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Model matters:  </a:t>
            </a:r>
            <a:r>
              <a:rPr sz="1700">
                <a:solidFill>
                  <a:srgbClr val="1E1E1E"/>
                </a:solidFill>
              </a:rPr>
              <a:t>Claude Sonnet 5 supports strict structured outputs; the older sonnet-4-6 did not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Defense in depth:  </a:t>
            </a:r>
            <a:r>
              <a:rPr sz="1700">
                <a:solidFill>
                  <a:srgbClr val="1E1E1E"/>
                </a:solidFill>
              </a:rPr>
              <a:t>schema enforcement first, then a "{" prefill retry, then a fence-stripping JSON parse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Payoff:  </a:t>
            </a:r>
            <a:r>
              <a:rPr sz="1700">
                <a:solidFill>
                  <a:srgbClr val="1E1E1E"/>
                </a:solidFill>
              </a:rPr>
              <a:t>the research note and its three risk factors render reliably in the UI, no guesswork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800884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D8D598CF-30D7-453C-A9AC-31271455E19A}" type="slidenum">
              <a:rPr lang="en-US" sz="1000">
                <a:solidFill>
                  <a:srgbClr val="8996A0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51C30"/>
                </a:solidFill>
              </a:rPr>
              <a:t>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User inputs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ticker, windows, API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Twelve Data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daily OHLC, 120 bars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Indicators (JS)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MACD, RSI, 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17320"/>
            <a:ext cx="3017520" cy="1097280"/>
          </a:xfrm>
          <a:prstGeom prst="roundRect">
            <a:avLst/>
          </a:prstGeom>
          <a:solidFill>
            <a:srgbClr val="A51C30"/>
          </a:solidFill>
          <a:ln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Charts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candlestick, MACD, RSI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4251960"/>
            <a:ext cx="3017520" cy="1097280"/>
          </a:xfrm>
          <a:prstGeom prst="roundRect">
            <a:avLst/>
          </a:prstGeom>
          <a:solidFill>
            <a:srgbClr val="A51C30"/>
          </a:solidFill>
          <a:ln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Research note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OpenRouter, Sonnet 5, strict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3383280"/>
            <a:ext cx="365760" cy="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3383280"/>
            <a:ext cx="365760" cy="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321040" y="1965960"/>
            <a:ext cx="548640" cy="141732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3383280"/>
            <a:ext cx="548640" cy="141732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93352"/>
                </a:solidFill>
              </a:rPr>
              <a:t>All in the browser: keys stay in the tab, indicators computed client-side, one Twelve Data call feeds both the charts and the model.</a:t>
            </a:r>
          </a:p>
        </p:txBody>
      </p:sp>
      <p:sp>
        <p:nvSpPr>
          <p:cNvPr id="1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800884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D72CED10-6813-4D3B-9B09-9AD522DC2C16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