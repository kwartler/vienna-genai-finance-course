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5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 ·  HOUR 3  ·  FINANCE MASTERS TRACK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 Build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morning R to a browser app that reviews an earnings call end to 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in Finance  ·  EA Executive MBA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HOUR AS ONE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architecture, now in the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3840480"/>
        </p:xfrm>
        <a:graphic>
          <a:graphicData uri="http://schemas.openxmlformats.org/drawingml/2006/table">
            <a:tbl>
              <a:tblPr/>
              <a:tblGrid>
                <a:gridCol w="1280160"/>
                <a:gridCol w="52120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morning in 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hour in the SPA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1C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and inspect the transcript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upload plus CSV parser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 and filter macro alerts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fetch() to Riskline, filter by country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 and query company 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fetch() to NewsAPI with a keyed field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Assemble one labeled context block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Assemble in JS, render on screen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 per turn, JSON schema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 loop, OpenRouter per turn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 per turn, JSON schema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 loop, OpenRouter per turn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51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Assemble the human review surface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293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rendered before the note is produced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 holds. Code collects and structures. An LLM interprets. A human reads.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 CAN BE 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of the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3566160" cy="34747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parsing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filters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counts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density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dedupe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checks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34747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and negative phrases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entities and roles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figures with context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looking claims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research note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566160" cy="347472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publishing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review surface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coverage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what to publish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attribution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calculation on screen came from JavaScript. Every sentence came from the model. The distinction is what a reviewer can audit.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DEMO, SETS 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transcript CSV. See symbol, date, and turn count confirm.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fetches macro alerts and press coverage in the background.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assembles a labeled context block. You can read what the model will see.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loops through every turn scoring sentiment. Progress ticks on screen.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loops through every turn extracting entities, figures, and forward looking claims.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303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surface renders. You confirm coverage, then produce the research note.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OF SHIPPING SOFTWARE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professionals hand a build across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61188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USER STORY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sentence that names the person, the need, and the outcome. No technology inside. If it takes a paragraph, the story is not sharp yet.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 I need every claim in the note tied back to who said it so I can defend the note in front of the committee."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1188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FUNCTIONAL REQUIREMENT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turned into what the software must do. Still no code. Names the inputs, the outputs, and the visible behavior a reviewer would sign off 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figure and forward looking statement in the review surface shows the speaker name next to it, and stays attributed through to the final note."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61188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PROMPT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to the AI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requirement rewritten for the tool that will build it. Adds the file layout, the constraint, and how a reviewer will know the work is done.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attribution to every claim in reviewSurface.claims, render it in the panel, and preserve it through the final research note. Acceptance: I can point at any figure and see who said it."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narrows the last. Business need becomes a spec becomes an instruction. The names change, the intent survives.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FOR AN AI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good prompt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2011680" cy="8229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in the app already. The frameworks, the file layout, the state.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Vite vanilla JS app. The parsed transcript is in a top level `transcript` variable, an array of speaker turn objects."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2011680" cy="8229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29992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build. One thing, stated as a verb plus a target.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2999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 fetch to the Riskline API that filters alerts to a list of countries and renders each as a plain sentence."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86784"/>
            <a:ext cx="2011680" cy="8229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867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398678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build must respect. What NOT to do is often what matters.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398678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fetch checks status before parsing. On failure, show what failed and keep going. Do not block the rest of the app."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74336"/>
            <a:ext cx="2011680" cy="8229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743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497433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will know it works. A concrete test a reviewer can run.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2440" y="497433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see three to eight alert sentences on screen for US, China, and EU."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prompts that follow all use this shape. That is not a coincidence.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2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template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or clone vienna-genai-spa-template into your GitHub as a new repo. Name it whatever your Repo 2 will be.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30632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install. Then npm run dev to confirm the local server serves the Day 1 base app.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shape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40233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index.html, one main.js, one style.css. The Vite build turns this into a static site. Every prompt in this hour edits main.js or adds to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early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49834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an empty commit or a README note before the first build step. Every step below is one commit, so you can revert if a prompt goes sideways.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1  ·  MAPS TO FIN_A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to feed a specific earnings call into the app without hosting a database, so I can review any call I have on hand."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accepting a .csv with the same shape as the morning archive: symbol, report_date, speaker, title, msg, source_url.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in the browser (PapaParse is already available in the template).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parsed rows in a top level `transcript` variable.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confirmation on screen: symbol, report date, and turn count.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upload of a different file, replace the previous transcript cleanly.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1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transcript loader for our Vite vanilla JS SPA.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 already runs (npm run dev). PapaParse is loaded. The transcript is 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with columns: symbol, report_date, speaker, title, msg, source_url. One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per speaker turn.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file input that accepts a single .csv. On selection, parse with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PapaParse and store the rows in a top level `transcript` variable. Render 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 line on the page: "&lt;symbol&gt; · &lt;report_date&gt; · &lt;n&gt; turns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loaded".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fetch anything. The user provides the file. If the CSV is missing 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column, show the missing name on screen and stop cleanly.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I upload A_2026-05-27.csv I see "A · 2026-05-27 · 115 turns loaded".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Uploading a second file replaces the first, no ghost data left over.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block above into your tool of choice. Read the reply before accepting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2  ·  MAPS TO FIN_B AND FIN_C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macro and news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current geopolitical alerts and recent press coverage for this company alongside its own words, so my read is not built on management remarks alone."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browser fetches: Riskline (no key) and NewsAPI (key entered by the user in a form field).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Riskline to a country list (US, China, EU by default). Render each kept alert as a plain sentence.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NewsAPI with: "&lt;company&gt;" AND (earnings OR revenue OR analyst). Return the top ten headlines with dates and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fetch checks status before parsing. On failure, show what failed and keep going.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the results so a reload does not spend the daily budget.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6 MINUTES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2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macro and news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two data fetches to the SPA.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transcript is already loaded. We need external context. Two APIs: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Riskline:  https://api.riskline.com/alerts/latest.json  (no key)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NewsAPI:   https://newsapi.org/v2/everything  (key from an input field)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On a "Fetch context" button, call Riskline. Filter the returned alerts to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COUNTRIES = ["United States", "China", "European Union"]. Render each kept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alert as: "&lt;date&gt; · &lt;country&gt;: &lt;headline&gt;".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Call NewsAPI with the query pattern: '"&lt;companyName&gt;" AND (earnings 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revenue OR analyst)', pageSize=10, sortBy=publishedAt. Render each hit as: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"&lt;publishedAt&gt; · &lt;source&gt;: &lt;title&gt;".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res.ok before parsing every response. If either fetch fails, print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"&lt;source&gt; fetch failed: &lt;status&gt;" to the panel and continue. Never let one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block the other. Cache both responses in memory so a reload does not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re-request.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see a "Macro" panel with three to eight sentences, and a "News" panel with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ten headlines dated in the last thirty days. If I disable my network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mid-way I see the failure message, not a broken page.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panels are separate. One failing is not the other failing.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3  ·  MAPS TO FIN_D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the labeled context block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to see exactly what the model will see before it responds, so I can catch a bad input before it becomes a bad answer."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the transcript to management speakers (title does NOT contain "analyst" or "research").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first twelve management turns. Prepend each with "&lt;speaker&gt; (&lt;title&gt;): 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one string with four labeled sections: PRIMARY SOURCE, SECONDARY SOURCE, ENVIRONMENT, QUESTION.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assembled block on screen in a monospace panel.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character count and estimated token count next to it (characters divided by four).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3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the labeled context block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 a labeled context block from what we have.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already have: transcript (array of turn objects), news (array of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headlines), macro (array of filtered alert sentences).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function assembleContext(transcript, news, macro) that returns one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with these four sections, in this order: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 PRIMARY SOURCE: COMPANY STATEMENTS ===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12 management turns, formatted "&lt;speaker&gt; (&lt;title&gt;): &lt;msg&gt;"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 management turn is one whose title does NOT match /analyst|research/i)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 SECONDARY SOURCE: PRESS COVERAGE ===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headline list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 ENVIRONMENT: MACRO RISK ===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filtered alert sentences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 QUESTION ===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"Summarize what management emphasized this quarter, what analysts should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watch, and any macro risk that could affect it."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the returned string in a monospace panel on the page. Below it, show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 count and estimated token count (chars / 4).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call the model in this step. This step is purely display. The reader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be able to inspect the input before any spend happens.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see the four labeled sections rendered on screen. The token estimate is 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 number, not hidden in a console log.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read-before-you-spend habit is worth more than any single prompt.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4  ·  MAPS TO FIN_E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sentiment per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every speaker turn scored positive, neutral, or negative, so I can see who leaned which way without reading the whole call again."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loop over every transcript turn. One OpenRouter call per turn.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on the response: positive_phrases and negative_phrases, each an array of one to five word strings.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computes counts, density = (pos minus neg) over word count, and the label from a threshold.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each call up to three times with backoff. Skip a row after three failures, keep the loop going.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progress ("Scored 27 of 115") and a table with speaker, density, label, and phrases.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Aggregate: per speaker, per role group, one overall row.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8 MINUTES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4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sentiment per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sentiment across every transcript turn.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parsed transcript is in the `transcript` array. Each row has a msg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(the speaker's text) and word count is msg.split(/\s+/).length.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row, call OpenRouter (model: "mistralai/mistral-small-3.2-24b")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response_format = json_schema, requiring exactly: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positive_phrases: string[], negative_phrases: string[] }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additionalProperties: false, strict: true. Each phrase is one to five words,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taken from the passage.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returned response, JavaScript computes: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positive_count  = positive_phrases.length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negative_count  = negative_phrases.length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density         = (positive_count - negative_count) / word_count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          = density &gt;  0.005 ? "positive"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: density &lt; -0.005 ? "negative"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: "neutral"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 each fetch in retry: three tries, exponential backoff (1s, 2s, 4s). 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failure, log the row index and continue.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a table: speaker | title | density | label | phrases. Under it,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 rows: per speaker (sum counts, re-derive density and label), per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group (Management vs Analyst), and one overall row.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returns phrases only. Every count, ratio, and label is JavaScript.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progress text: "Scored N of M turns" that updates as the loop runs.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table renders one row per turn plus the aggregate rows. If I stop the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mid-loop, the rows already scored stay on screen.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finds the words. JavaScript does every number the reader sees.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5  ·  MAPS TO FIN_F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entities and claims per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the structured facts pulled from the call, so I can scan the companies, people, products, numbers, and guidance without rereading every sentence."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 shape as sentiment. One OpenRouter call per turn.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requires five fields: companies, executives (name plus role), products, financial_figures (figure plus metric), forward_looking_statements.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dedupe across turns: one clean list per category.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stay separate: every figure and every forward looking statement keeps the speaker who said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two panels: an entities panel and a claims panel.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8 MINUTES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5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entities and claims per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structured facts from every transcript turn.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loop shape as the sentiment step, different schema.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transcript row, call OpenRouter with response_format = json_schema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requiring exactly: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companies:                  string[]   (named third parties only, NEVER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the reporting company itself)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executives:                 { name: string, role: string }[]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products:                   string[]   (distinct products, services,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business segments)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financial_figures:          { figure: string, metric: string }[]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A bare "$51B" fails. "$51B in iPhone revenue"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qualifies.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forward_looking_statements: string[]   (verbatim claims about the future)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additionalProperties: false everywhere. All five fields required. Empty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 allowed.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the loop, JavaScript aggregates: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Entities: dedupe companies, executives (by name), products across turns.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Claims:   keep every financial_figure and every forward_looking_statement,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each attributed to the speaker who said it.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two panels on the page: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ENTITIES: three deduped lists.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CLAIMS:   every figure and every forward looking statement, with speaker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 attached.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a worked example inside the system prompt showing one input passage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exact JSON expected. That single example does more than a paragraph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instructions.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entities panel has no duplicates. Every figure and every statement in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claims panel shows a speaker name next to it.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is what turns a fact into a claim you can defend.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6  ·  MAPS TO FIN_G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review surface, then the note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business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analyst, I need to read every input the model will see and confirm coverage before any research note goes out, so I own what gets published in my name."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293352"/>
          </a:solidFill>
          <a:ln w="12700">
            <a:solidFill>
              <a:srgbClr val="29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by the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a reviewSurface object holding every input and every derived label.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it as a readable panel with a coverage line ("Scored 115 of 115. Extracted from 115 of 115.").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"Generate research note" button, disabled until a "I have reviewed the surface" checkbox is ticked.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click, one OpenRouter call sends the surface plus a rule bound system prompt.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 use only provided sources, attribute every claim, no investment advice, be concise.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 ·  ABOUT 7 MINUTES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6  ·  PROMPT TO 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review surface, then the note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247120" cy="41605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698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 the human review surface, then produce the research note.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is in memory: assembledContext (string), sentiment (per turn +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aggregates), extraction (entities + claims), news, macro.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Build reviewSurface = { assembledContext, sentiment, extraction, news,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macro }. Render it as a readable panel on the page. Include a coverage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line: "Scored N of M turns. Extracted from N of M turns." Show any gaps.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Add a "Generate research note" button, disabled until a checkbox reading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 have reviewed the surface" is ticked. This gate is deliberate.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On click, send reviewSurface plus the system prompt below to OpenRouter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(google/gemini-2.0-flash-001). Render the returned note under the surface.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(rules the model must follow)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only the provided sources. Attribute every claim to its source.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Separate what the company asserts from what others report. If the sources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not answer, say so plainly. No investment advice, no buy or sell view.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 concise.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button is disabled until the checkbox is ticked. Do not remove that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gate. The review IS the point.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read the surface, tick the box, click Generate, and the note appears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citing the sections it drew from. If I un-tick the box, the button disables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Knight Capital step is missing here on purpose. You put it back.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REPO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Commit, push, and tag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each step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after every prompt. If something breaks, git log shows exactly which prompt introduced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your GitHub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3017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remote copy is the version anyone else can look at. It is also what the release workflow watches.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v0.1.0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tag v0.1.0 &amp;&amp; git push origin v0.1.0. The GitHub Actions workflow builds the site and publishes it to GitHub Pages.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Actions tab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4846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means your app is live at your Pages URL. Red means read the log at the failed step. Fix, re-tag, watch again.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3 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built, and what it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A51C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app that reads one call.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split: JS numbers, model language.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surface a human confirms before publishing.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history that names every step.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URL you can send to anyone.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486400" cy="393192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logic. There is no button that trades.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replacement for the analyst. It supports the analyst.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because the model said so. Trusted because the arithmetic is auditable.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fire and forget system. The checkbox is the point.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 was how long Knight Capital ran without the surface you just built.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Hour 3 Finance SPA Build</dc:title>
  <dc:subject>PptxGenJS Presentation</dc:subject>
  <dc:creator>Ted Kwartler</dc:creator>
  <cp:lastModifiedBy>Ted Kwartler</cp:lastModifiedBy>
  <cp:revision>1</cp:revision>
  <dcterms:created xsi:type="dcterms:W3CDTF">2026-07-25T17:33:09Z</dcterms:created>
  <dcterms:modified xsi:type="dcterms:W3CDTF">2026-07-25T17:33:09Z</dcterms:modified>
</cp:coreProperties>
</file>